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051560"/>
            <a:ext cx="1280160" cy="128016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609" y="1384402"/>
            <a:ext cx="614477" cy="6144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55768" y="1051560"/>
            <a:ext cx="1280160" cy="1280160"/>
          </a:xfrm>
          <a:prstGeom prst="ellipse">
            <a:avLst/>
          </a:prstGeom>
          <a:ln w="28575">
            <a:solidFill>
              <a:srgbClr val="2DD4B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69748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3456432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rápida de uso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95020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000929 de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normativo  ·  Ficha técnica del vaso  ·  Motor de cálculo hidráulico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LA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herramientas en una sola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2814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535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normativo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44728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de verificación de la Res. 929, organizados por capítulo, con estado, hallazgo y acción correctiva.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2103120"/>
            <a:ext cx="685800" cy="68580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22814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535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del vaso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44728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Geometría, tipo de uso, bomba, tubería y filtro — se llena en línea, dentro del ítem que la pide.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49640" y="2103120"/>
            <a:ext cx="685800" cy="68580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948" y="22814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9535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hidráulico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49640" y="344728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caudal, cabezal, velocidades y tiempo de recirculación, y los compara contra los límites normativos.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38928"/>
            <a:ext cx="11201400" cy="777240"/>
          </a:xfrm>
          <a:prstGeom prst="roundRect">
            <a:avLst>
              <a:gd name="adj" fmla="val 11765"/>
            </a:avLst>
          </a:prstGeom>
          <a:solidFill>
            <a:srgbClr val="171C28"/>
          </a:solidFill>
          <a:ln w="12700">
            <a:solidFill>
              <a:srgbClr val="242A3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2180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51389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capturas se sincroniza automáticamente con tu hoja de Google Sheets — el checklist y la ficha técnica.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PRIMEROS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abrir la app en tu celular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link de la app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navegador de tu celular (Chrome / Safari):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2587752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171C28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58775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alexandretopa23-wq.github.io/Inspector-Res-929-2026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vez, hazlo con señal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5844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datos o wifi la primera vez que abres la app — así queda guardada en el celular y funciona después sin señal.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4572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Agrégala a tu pantalla de inicio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50017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del navegador → "Agregar a pantalla de inicio". Queda como una app instalada, con su propio ícono.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FLUJO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recorre una inspección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5168" y="2377440"/>
            <a:ext cx="1810512" cy="2651760"/>
          </a:xfrm>
          <a:prstGeom prst="roundRect">
            <a:avLst>
              <a:gd name="adj" fmla="val 6061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4664" y="2651760"/>
            <a:ext cx="731520" cy="73152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859" y="28419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8320" y="35204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6608" y="406908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capítulo de la Res. 929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8" y="358444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22880" y="2377440"/>
            <a:ext cx="1810512" cy="2651760"/>
          </a:xfrm>
          <a:prstGeom prst="roundRect">
            <a:avLst>
              <a:gd name="adj" fmla="val 6061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62376" y="2651760"/>
            <a:ext cx="731520" cy="73152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571" y="284195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96032" y="35204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014320" y="406908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cada ítem de verificación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120" y="358444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90592" y="2377440"/>
            <a:ext cx="1810512" cy="2651760"/>
          </a:xfrm>
          <a:prstGeom prst="roundRect">
            <a:avLst>
              <a:gd name="adj" fmla="val 6061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730088" y="2651760"/>
            <a:ext cx="731520" cy="73152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283" y="2841955"/>
            <a:ext cx="351130" cy="3511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63744" y="35204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282032" y="406908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/ No cumple / Pendiente...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832" y="358444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58304" y="2377440"/>
            <a:ext cx="1810512" cy="2651760"/>
          </a:xfrm>
          <a:prstGeom prst="roundRect">
            <a:avLst>
              <a:gd name="adj" fmla="val 6061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97800" y="2651760"/>
            <a:ext cx="731520" cy="73152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7995" y="2841955"/>
            <a:ext cx="351130" cy="35113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31456" y="35204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+ acción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549744" y="406908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cumple, describe y asigna acción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544" y="3584448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726016" y="2377440"/>
            <a:ext cx="1810512" cy="2651760"/>
          </a:xfrm>
          <a:prstGeom prst="roundRect">
            <a:avLst>
              <a:gd name="adj" fmla="val 6061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0265512" y="2651760"/>
            <a:ext cx="731520" cy="73152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5707" y="2841955"/>
            <a:ext cx="351130" cy="35113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799168" y="35204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9817456" y="406908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del estado encontrado</a:t>
            </a:r>
            <a:endParaRPr lang="en-US" sz="1000" dirty="0"/>
          </a:p>
        </p:txBody>
      </p:sp>
      <p:sp>
        <p:nvSpPr>
          <p:cNvPr id="33" name="Text 22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FICHA TÉCNICA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del vaso, dentro del checklist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042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88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formulario aparte al inicio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3401568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dato se pide en línea, dentro de la tarjeta del ítem que lo necesita — por ejemplo, la profundidad se captura en el ítem que pregunta por la profundidad, no antes.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una sola vez y queda disponible para todos los ítems relacionados, incluido el motor hidráulico.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2039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captura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560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25054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 del vaso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72600" y="2505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largo, ancho, profundidades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18211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5160" y="3127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uso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72600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colectivo, restringido, infantil...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0390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37260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potencia, Hz, familia o curva real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425696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95160" y="4370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Tubería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372600" y="4370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diámetros, longitud, accesorios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047488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95160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9372600" y="49926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área filtrante, manómetro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MOTOR HIDRÁULICO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calcula automáticamente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18651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 y cabezal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2423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punto de operación real de la bomba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0872" y="2039112"/>
            <a:ext cx="566928" cy="566928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273" y="218651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succión / descarga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394960" y="2423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tuberías del sistema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77072" y="2039112"/>
            <a:ext cx="566928" cy="566928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473" y="218651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filtración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281160" y="2423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área del filtro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822192"/>
            <a:ext cx="566928" cy="566928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396959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749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recirculación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508760" y="4206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volumen del vaso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34840" y="356616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90872" y="3822192"/>
            <a:ext cx="566928" cy="566928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273" y="396959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3749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Rotaciones por día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394960" y="4206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volumen total de agua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21040" y="3566160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77072" y="3822192"/>
            <a:ext cx="566928" cy="566928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473" y="396959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3749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normativa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9281160" y="42062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los límites de la Res. 929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440680"/>
            <a:ext cx="11384280" cy="640080"/>
          </a:xfrm>
          <a:prstGeom prst="roundRect">
            <a:avLst>
              <a:gd name="adj" fmla="val 14286"/>
            </a:avLst>
          </a:prstGeom>
          <a:solidFill>
            <a:srgbClr val="0F2A26"/>
          </a:solidFill>
          <a:ln w="12700">
            <a:solidFill>
              <a:srgbClr val="242A3A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577840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25880" y="544068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fuera de rango se marcan en rojo/naranja frente al límite exacto de la norma.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MOTOR HIDRÁULICO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debes declarar en campo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decisiones que cambian el resultado del cálculo — ya no quedan fijas por defecto.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950976"/>
          </a:xfrm>
          <a:prstGeom prst="roundRect">
            <a:avLst>
              <a:gd name="adj" fmla="val 11538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30552"/>
            <a:ext cx="713232" cy="713232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80" y="231599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665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reparto de tubería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91640" y="243230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 longitud y accesorios corresponden a succión y cuánto a descarga. Ya no se asume 50/50 — lo eliges según el trazado real.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548640" y="3090672"/>
            <a:ext cx="11091672" cy="950976"/>
          </a:xfrm>
          <a:prstGeom prst="roundRect">
            <a:avLst>
              <a:gd name="adj" fmla="val 11538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209544"/>
            <a:ext cx="713232" cy="713232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80" y="3394984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145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Desnivel succión ↔ descarga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91640" y="351129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de altura entre el nivel de succión y el punto de retorno a la piscina, porque no hay manómetro de descarga junto al vaso para verificarlo.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548640" y="4169664"/>
            <a:ext cx="11091672" cy="950976"/>
          </a:xfrm>
          <a:prstGeom prst="roundRect">
            <a:avLst>
              <a:gd name="adj" fmla="val 11538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288536"/>
            <a:ext cx="713232" cy="713232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80" y="4473976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2245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/ HP de la bomba — o su velocidad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91640" y="45902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SuperFlo VS 2.2HP, indicas en qué velocidad (1 a 4) la encontraste operando.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548640" y="5248656"/>
            <a:ext cx="11091672" cy="950976"/>
          </a:xfrm>
          <a:prstGeom prst="roundRect">
            <a:avLst>
              <a:gd name="adj" fmla="val 11538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5367528"/>
            <a:ext cx="713232" cy="713232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" y="555296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303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de la curva manual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691640" y="56692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cargas una curva medida en campo (caudalímetro + manómetro), declara a qué Hz la mediste.</a:t>
            </a:r>
            <a:endParaRPr lang="en-US" sz="1180" dirty="0"/>
          </a:p>
        </p:txBody>
      </p:sp>
      <p:sp>
        <p:nvSpPr>
          <p:cNvPr id="25" name="Text 19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MOTOR HIDRÁULICO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manual de la bomba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013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Úsala siempre que puedas medir en campo con caudalímetro y manómetro — es más confiable que las curvas de referencia.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28529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mínimo 4 puntos de caudal (Q) y cabezal (H).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77640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390448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ajusta una curva y muestra el R² — qué tan bien se ajustó a tus puntos medidos.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0"/>
            <a:ext cx="329184" cy="3291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49560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mediste a una Hz distinta a la de operación, la app proyecta la curva por ley de afinidad.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7040880" y="1828800"/>
            <a:ext cx="4572000" cy="3931920"/>
          </a:xfrm>
          <a:prstGeom prst="roundRect">
            <a:avLst>
              <a:gd name="adj" fmla="val 2791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8823960" y="2377440"/>
            <a:ext cx="1005840" cy="100584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478" y="2638958"/>
            <a:ext cx="482803" cy="48280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4 puntos Q–H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7406640" y="4160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Caudalímetro + manómetro, a distintas válvulas o Hz de operación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589520" y="49377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71C28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589520" y="4937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alto = curva confiable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SINCRONIZACIÓN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señal, sincroniza sola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2240280"/>
            <a:ext cx="914400" cy="91440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504" y="24780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señal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749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capturas queda guardado en el celular, aunque no haya datos ni wifi.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20040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192024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95360" y="2240280"/>
            <a:ext cx="914400" cy="91440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247802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la señal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949440" y="3749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sincroniza sola con Google Sheets. Si algo falla, queda en una cola de pendientes que reintenta automáticamente.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RESULTADO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inspección al informe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914400" cy="91440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57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71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capturado se convierte en el informe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92240" y="178308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6640" y="209397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 plan de acción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406640" y="24597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responsables y fechas de cierre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383280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06640" y="33284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D — memoria de cálculo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406640" y="369417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supuestos del motor hidráulico, declarados y auditables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617720"/>
            <a:ext cx="438912" cy="438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06640" y="45628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en Word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406640" y="492861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firmar y archivar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BUENAS PRÁCTICAS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rápidos para que el dato quede válido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671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datos reales de campo (caudalímetro, manómetro) siempre que puedas, en vez de curvas de referencia.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999232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4612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9992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con cuidado el desnivel succión-descarga y el reparto de tubería — cambian el resultado del cálculo.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4078224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25112"/>
            <a:ext cx="420624" cy="4206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07822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las alertas en rojo/naranja del motor hidráulico frente a los límites de la Res. 929.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5157216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2161F"/>
          </a:solidFill>
          <a:ln w="12700">
            <a:solidFill>
              <a:srgbClr val="242A3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04104"/>
            <a:ext cx="420624" cy="4206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5157216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trabajas sin señal, confirma luego que la sincronización a Sheets quedó completa.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69848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solidFill>
            <a:srgbClr val="171C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2090318"/>
            <a:ext cx="482803" cy="4828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ln w="25400">
            <a:solidFill>
              <a:srgbClr val="2DD4B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310896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Listos para inspeccionar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38862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cualquier duda sobre la app, vuelve a esta guía.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 Piscinas · Res. 000929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2026-08-09T21:49:26Z</dcterms:created>
  <dcterms:modified xsi:type="dcterms:W3CDTF">2026-08-09T21:49:26Z</dcterms:modified>
</cp:coreProperties>
</file>